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9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7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4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44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6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78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5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3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9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92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39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07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66224" y="4978421"/>
            <a:ext cx="6623384" cy="1463040"/>
          </a:xfrm>
        </p:spPr>
        <p:txBody>
          <a:bodyPr/>
          <a:lstStyle/>
          <a:p>
            <a:r>
              <a:rPr dirty="0"/>
              <a:t>Database Systems: Chapter 1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Introduction, Key Concepts,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database is a collection of related data, and a Database Management System (DBMS) manages the data.</a:t>
            </a:r>
          </a:p>
          <a:p>
            <a:r>
              <a:rPr dirty="0"/>
              <a:t>It ensures efficient data storage, retrieval, and manipulation for various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vs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Data: Raw facts, unprocessed.</a:t>
            </a:r>
          </a:p>
          <a:p>
            <a:r>
              <a:t>Example: Name: John Doe, Age: 30, Salary: $50,000, Department: Sales</a:t>
            </a:r>
          </a:p>
          <a:p>
            <a:r>
              <a:t>Information: Processed data that is meaningful.</a:t>
            </a:r>
          </a:p>
          <a:p>
            <a:r>
              <a:t>Example: John Doe is a 30-year-old Sales representative earning $50,000 annually.</a:t>
            </a:r>
          </a:p>
        </p:txBody>
      </p:sp>
    </p:spTree>
    <p:extLst>
      <p:ext uri="{BB962C8B-B14F-4D97-AF65-F5344CB8AC3E}">
        <p14:creationId xmlns:p14="http://schemas.microsoft.com/office/powerpoint/2010/main" val="3349346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a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 DBMS allows users to: </a:t>
            </a:r>
          </a:p>
          <a:p>
            <a:r>
              <a:rPr sz="2800" dirty="0"/>
              <a:t>• Define, create, and manage databases.</a:t>
            </a:r>
          </a:p>
          <a:p>
            <a:r>
              <a:rPr sz="2800" dirty="0"/>
              <a:t>• Retrieve data efficiently using queries.</a:t>
            </a:r>
          </a:p>
          <a:p>
            <a:r>
              <a:rPr sz="2800" dirty="0"/>
              <a:t>• Ensure data integrity and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53CC-91A4-B2AC-BDAB-0F4981B06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18040-C411-C348-76CF-E0F8D2E16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27" y="1744579"/>
            <a:ext cx="7290055" cy="402336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Data integrity</a:t>
            </a:r>
            <a:r>
              <a:rPr lang="en-US" dirty="0"/>
              <a:t> refers to the accuracy, consistency, and reliability of data throughout its lifecycle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Accuracy: Data must be correct and free from errors. This includes ensuring that the data reflects the real-world scenarios it represents.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Consistency: Data should remain consistent across different datasets and tables. For example, if a customer's address is updated in one place, it should be updated everywhere in the database.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Reliability: Data should be dependable and accessible when needed, ensuring that users can rely on it for decision-making.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Completeness: All necessary data should be present and not missing any critical parts.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Validity: Data must meet certain rules or constraints defined by the database schema. For instance, a date of birth must not be in the </a:t>
            </a:r>
            <a:r>
              <a:rPr lang="en-US" dirty="0" err="1"/>
              <a:t>future.Referential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Integrity: This ensures that relationships between tables remain valid. For example, if a foreign key references a primary key in another table, that key must exist.</a:t>
            </a:r>
          </a:p>
        </p:txBody>
      </p:sp>
    </p:spTree>
    <p:extLst>
      <p:ext uri="{BB962C8B-B14F-4D97-AF65-F5344CB8AC3E}">
        <p14:creationId xmlns:p14="http://schemas.microsoft.com/office/powerpoint/2010/main" val="90567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data redundancy and inconsistency.</a:t>
            </a:r>
          </a:p>
          <a:p>
            <a:r>
              <a:t>• Enables data sharing across multiple applications.</a:t>
            </a:r>
          </a:p>
          <a:p>
            <a:r>
              <a:t>• Enforces data integrity and security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DBMS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types of DBMS models include:</a:t>
            </a:r>
          </a:p>
          <a:p>
            <a:r>
              <a:t>• Hierarchical Model</a:t>
            </a:r>
          </a:p>
          <a:p>
            <a:r>
              <a:t>• Network Model</a:t>
            </a:r>
          </a:p>
          <a:p>
            <a:r>
              <a:t>• Relational Model (most widely used)</a:t>
            </a:r>
          </a:p>
          <a:p>
            <a:r>
              <a:t>• Object-Oriented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Database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Organizes data into tables (relations).</a:t>
            </a:r>
          </a:p>
          <a:p>
            <a:r>
              <a:t>• Each table has rows (records) and columns (attributes).</a:t>
            </a:r>
          </a:p>
          <a:p>
            <a:r>
              <a:t>• SQL (Structured Query Language) is used to interact with the relational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Hardware: Physical devices (servers, storage).</a:t>
            </a:r>
          </a:p>
          <a:p>
            <a:r>
              <a:t>• Software: DBMS software (e.g., MySQL, Oracle).</a:t>
            </a:r>
          </a:p>
          <a:p>
            <a:r>
              <a:t>• Data: Organized collection of facts.</a:t>
            </a:r>
          </a:p>
          <a:p>
            <a:r>
              <a:t>• Procedures: Instructions for managing databases.</a:t>
            </a:r>
          </a:p>
          <a:p>
            <a:r>
              <a:t>• Users: People interacting with the system (end-users, DBAs, developers).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vs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686" y="1876926"/>
            <a:ext cx="7290055" cy="4023360"/>
          </a:xfrm>
        </p:spPr>
        <p:txBody>
          <a:bodyPr>
            <a:normAutofit/>
          </a:bodyPr>
          <a:lstStyle/>
          <a:p>
            <a:r>
              <a:rPr sz="2800" dirty="0"/>
              <a:t>• Data: Raw facts, unprocessed.</a:t>
            </a:r>
          </a:p>
          <a:p>
            <a:r>
              <a:rPr sz="2800" dirty="0"/>
              <a:t>Example: Name, age, address.</a:t>
            </a:r>
          </a:p>
          <a:p>
            <a:r>
              <a:rPr sz="2800" dirty="0"/>
              <a:t>• Information: Processed data that is meaningful.</a:t>
            </a:r>
          </a:p>
          <a:p>
            <a:r>
              <a:rPr sz="2800" dirty="0"/>
              <a:t>Example: John Doe is a 30-year-old living in New York.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• Data Definition Language (DDL): Used to define the structure of the database (CREATE, ALTER, DROP).</a:t>
            </a:r>
          </a:p>
          <a:p>
            <a:r>
              <a:rPr sz="2800" dirty="0"/>
              <a:t>• Data Manipulation Language (DML): Used to manipulate the data (SELECT, INSERT, UPDATE, DELETE).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File-Based System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557757" cy="4023360"/>
          </a:xfrm>
        </p:spPr>
        <p:txBody>
          <a:bodyPr>
            <a:normAutofit/>
          </a:bodyPr>
          <a:lstStyle/>
          <a:p>
            <a:r>
              <a:rPr sz="3600" dirty="0"/>
              <a:t>• Data Redundancy and Inconsistency.</a:t>
            </a:r>
          </a:p>
          <a:p>
            <a:r>
              <a:rPr sz="3600" dirty="0"/>
              <a:t>• Difficulty in Data Sharing and Access.</a:t>
            </a:r>
          </a:p>
          <a:p>
            <a:r>
              <a:rPr sz="3600" dirty="0"/>
              <a:t>• Lack of Security and Integrity.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Presentation Tier: User interface (e.g., web browser).</a:t>
            </a:r>
          </a:p>
          <a:p>
            <a:r>
              <a:t>2. Application Tier: Business logic (server-side processing).</a:t>
            </a:r>
          </a:p>
          <a:p>
            <a:r>
              <a:t>3. Data Tier: Database management (stores and retrieves data).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File-Based System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 library uses separate files for books, borrowers, and loans. Example:</a:t>
            </a:r>
          </a:p>
          <a:p>
            <a:r>
              <a:rPr sz="2800" dirty="0"/>
              <a:t>Books.txt: </a:t>
            </a:r>
            <a:r>
              <a:rPr sz="2800" dirty="0" err="1"/>
              <a:t>BookID</a:t>
            </a:r>
            <a:r>
              <a:rPr sz="2800" dirty="0"/>
              <a:t>, Title, Author, </a:t>
            </a:r>
            <a:r>
              <a:rPr sz="2800" dirty="0" err="1"/>
              <a:t>PublishedYear</a:t>
            </a:r>
            <a:endParaRPr sz="2800" dirty="0"/>
          </a:p>
          <a:p>
            <a:r>
              <a:rPr sz="2800" dirty="0"/>
              <a:t>Borrowers.txt: </a:t>
            </a:r>
            <a:r>
              <a:rPr sz="2800" dirty="0" err="1"/>
              <a:t>BorrowerID</a:t>
            </a:r>
            <a:r>
              <a:rPr sz="2800" dirty="0"/>
              <a:t>, Name, Address</a:t>
            </a:r>
          </a:p>
          <a:p>
            <a:r>
              <a:rPr sz="2800" dirty="0"/>
              <a:t>Loans.txt: </a:t>
            </a:r>
            <a:r>
              <a:rPr sz="2800" dirty="0" err="1"/>
              <a:t>LoanID</a:t>
            </a:r>
            <a:r>
              <a:rPr sz="2800" dirty="0"/>
              <a:t>, </a:t>
            </a:r>
            <a:r>
              <a:rPr sz="2800" dirty="0" err="1"/>
              <a:t>BookID</a:t>
            </a:r>
            <a:r>
              <a:rPr sz="2800" dirty="0"/>
              <a:t>, </a:t>
            </a:r>
            <a:r>
              <a:rPr sz="2800" dirty="0" err="1"/>
              <a:t>BorrowerID</a:t>
            </a:r>
            <a:r>
              <a:rPr sz="2800" dirty="0"/>
              <a:t>, </a:t>
            </a:r>
            <a:r>
              <a:rPr sz="2800" dirty="0" err="1"/>
              <a:t>LoanDate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581252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 of File-Based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1. Data Redundancy: Same data stored in multiple files.</a:t>
            </a:r>
          </a:p>
          <a:p>
            <a:r>
              <a:rPr sz="2800" dirty="0"/>
              <a:t>2. Data Inconsistency: Updating data in one file may leave others unchanged.</a:t>
            </a:r>
          </a:p>
          <a:p>
            <a:r>
              <a:rPr sz="2800" dirty="0"/>
              <a:t>3. Data Isolation: Difficult to access data from different files.</a:t>
            </a:r>
          </a:p>
          <a:p>
            <a:r>
              <a:rPr sz="2800" dirty="0"/>
              <a:t>4. Lack of Security and Integrity.</a:t>
            </a:r>
          </a:p>
          <a:p>
            <a:r>
              <a:rPr sz="2800" dirty="0"/>
              <a:t>5. Limited Query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9597424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</TotalTime>
  <Words>718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Tw Cen MT</vt:lpstr>
      <vt:lpstr>Tw Cen MT Condensed</vt:lpstr>
      <vt:lpstr>Wingdings 3</vt:lpstr>
      <vt:lpstr>Integral</vt:lpstr>
      <vt:lpstr>Database Systems: Chapter 1 </vt:lpstr>
      <vt:lpstr>Introduction to Databases</vt:lpstr>
      <vt:lpstr>Data vs Information</vt:lpstr>
      <vt:lpstr>Purpose of a DBMS</vt:lpstr>
      <vt:lpstr>Data integrity</vt:lpstr>
      <vt:lpstr>Advantages of a DBMS</vt:lpstr>
      <vt:lpstr>Types of DBMS Models</vt:lpstr>
      <vt:lpstr>Relational Database Model</vt:lpstr>
      <vt:lpstr>Components of a DBMS</vt:lpstr>
      <vt:lpstr>Data vs Information</vt:lpstr>
      <vt:lpstr>DBMS Languages</vt:lpstr>
      <vt:lpstr>File-Based System Drawbacks</vt:lpstr>
      <vt:lpstr>Three-Tier Architecture</vt:lpstr>
      <vt:lpstr>File-Based System Example</vt:lpstr>
      <vt:lpstr>Drawbacks of File-Based Systems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Usman Ghani</cp:lastModifiedBy>
  <cp:revision>2</cp:revision>
  <dcterms:created xsi:type="dcterms:W3CDTF">2013-01-27T09:14:16Z</dcterms:created>
  <dcterms:modified xsi:type="dcterms:W3CDTF">2024-09-30T22:29:36Z</dcterms:modified>
  <cp:category/>
</cp:coreProperties>
</file>